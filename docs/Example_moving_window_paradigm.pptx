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 autoAdjust="0"/>
    <p:restoredTop sz="94598"/>
  </p:normalViewPr>
  <p:slideViewPr>
    <p:cSldViewPr snapToGrid="0" snapToObjects="1">
      <p:cViewPr varScale="1">
        <p:scale>
          <a:sx n="119" d="100"/>
          <a:sy n="119" d="100"/>
        </p:scale>
        <p:origin x="2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27011-8C38-A848-A099-4C20A1C3C5F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89412-2F4B-6F4D-812F-772CE8B4AA2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16FE8F-314A-7041-99C4-0B7087938E8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</a:t>
            </a:r>
            <a:r>
              <a:rPr lang="en-US" baseline="0" dirty="0"/>
              <a:t> is the end of the clause, people might slow down to integrate the concepts they read so far, such as hypertension, killer to do the clause wrap 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16FE8F-314A-7041-99C4-0B7087938E8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</a:t>
            </a:r>
            <a:r>
              <a:rPr lang="en-US" baseline="0" dirty="0"/>
              <a:t> is the other clause, people might slow down to do clause wrap-up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16FE8F-314A-7041-99C4-0B7087938E8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</a:t>
            </a:r>
            <a:r>
              <a:rPr lang="en-US" baseline="0" dirty="0"/>
              <a:t> is the end of the sentence, people will do the sentence wrap-up, to integrate the concepts they read so far, including hypertension, killer, symptoms, damage, body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16FE8F-314A-7041-99C4-0B7087938E8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301F1-F723-A44C-B8F3-53B4BD9697C8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DEBFE-D677-A247-9627-565ED731D18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Hypertension __ ___ “______ ______” _______ __ _______ ___ __ ________ _____ __ ______ ______ __ ___ ____.</a:t>
            </a:r>
            <a:endParaRPr lang="en-US" b="1" dirty="0">
              <a:latin typeface="Courier"/>
              <a:cs typeface="Courier"/>
            </a:endParaRPr>
          </a:p>
          <a:p>
            <a:endParaRPr lang="en-US" dirty="0">
              <a:latin typeface="Courier"/>
              <a:cs typeface="Couri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is ___ “______ ______” _______ __ _______ ___ __ ________ _____ __ ______ ______ __ ___ ____.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the “______ ______” _______ __ _______ ___ __ ________ _____ __ ______ ______ __ ___ ____.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“silent ______” _______ __ _______ ___ __ ________ _____ __ ______ ______ __ ___ ____.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killer” _______ __ _______ ___ __ ________ _____ __ ______ ______ __ ___ ____.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because __ _______ ___ __ ________ _____ __ ______ ______ __ ___ ____.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it _______ ___ __ ________ _____ __ ______ ______ __ ___ ____.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usually ___ __ ________ _____ __ ______ ______ __ ___ ____.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has __ ________ _____ __ ______ ______ __ ___ ____.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no ________ _____ __ ______ ______ __ ___ ____.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symptoms _____ __ ______ ______ __ ___ ____.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until __ ______ ______ __ ___ ____.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it ______ ______ __ ___ ____.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__ causes ______ __ ___ ____.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__ ______ damage __ ___ ____.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__ ______ ______ to ___ ____.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__ ______ ______ __ the ____.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ourier"/>
                <a:cs typeface="Courier"/>
              </a:rPr>
              <a:t> ____________ __ ___ “______ ______” _______ __ _______ ___ __ ________ _____ __ ______ ______ __ ___ body.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4106</TotalTime>
  <Words>431</Words>
  <Application>Microsoft Macintosh PowerPoint</Application>
  <PresentationFormat>On-screen Show (4:3)</PresentationFormat>
  <Paragraphs>25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uiucacs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Textbase Study- The effects of general and health knowledge on sentence processing and recall in general and health texts</dc:title>
  <dc:creator>Jessie Chin</dc:creator>
  <cp:lastModifiedBy>Chin, Jessie</cp:lastModifiedBy>
  <cp:revision>8</cp:revision>
  <dcterms:created xsi:type="dcterms:W3CDTF">2012-05-28T19:55:53Z</dcterms:created>
  <dcterms:modified xsi:type="dcterms:W3CDTF">2025-11-13T17:33:51Z</dcterms:modified>
</cp:coreProperties>
</file>